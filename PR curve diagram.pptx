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1550" y="-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96484"/>
            <a:ext cx="77724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2717"/>
            <a:ext cx="6858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48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0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79653"/>
            <a:ext cx="78867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119286"/>
            <a:ext cx="78867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38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15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6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1"/>
            <a:ext cx="3868340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0"/>
            <a:ext cx="386834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41551"/>
            <a:ext cx="3887391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340100"/>
            <a:ext cx="388739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4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9"/>
            <a:ext cx="462915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9"/>
            <a:ext cx="4629150" cy="64981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70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98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4"/>
            <a:ext cx="197167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4"/>
            <a:ext cx="580072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8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67"/>
            <a:ext cx="78867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684E8-0269-4F63-BD0D-DB3FEE6A0150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0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6470AB-677C-4F49-9BFE-FD2F702DB817}"/>
              </a:ext>
            </a:extLst>
          </p:cNvPr>
          <p:cNvCxnSpPr>
            <a:cxnSpLocks/>
          </p:cNvCxnSpPr>
          <p:nvPr/>
        </p:nvCxnSpPr>
        <p:spPr>
          <a:xfrm>
            <a:off x="1887900" y="4572000"/>
            <a:ext cx="5362339" cy="11099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467E17-0063-4230-8CAF-95F05738ACC6}"/>
              </a:ext>
            </a:extLst>
          </p:cNvPr>
          <p:cNvCxnSpPr/>
          <p:nvPr/>
        </p:nvCxnSpPr>
        <p:spPr>
          <a:xfrm>
            <a:off x="1817077" y="1837267"/>
            <a:ext cx="5498123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3CBB00-B8CB-4652-93C2-C79708E015CA}"/>
              </a:ext>
            </a:extLst>
          </p:cNvPr>
          <p:cNvCxnSpPr>
            <a:cxnSpLocks/>
          </p:cNvCxnSpPr>
          <p:nvPr/>
        </p:nvCxnSpPr>
        <p:spPr>
          <a:xfrm>
            <a:off x="7315200" y="1823540"/>
            <a:ext cx="0" cy="275955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4D3DB4DD-F9DB-442A-B197-7D9090619D9C}"/>
              </a:ext>
            </a:extLst>
          </p:cNvPr>
          <p:cNvGrpSpPr/>
          <p:nvPr/>
        </p:nvGrpSpPr>
        <p:grpSpPr>
          <a:xfrm>
            <a:off x="1828799" y="1862666"/>
            <a:ext cx="5456768" cy="2715001"/>
            <a:chOff x="3306233" y="952500"/>
            <a:chExt cx="3098799" cy="4919136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44CFBC0-2C4A-46F7-B8EC-7B51E25D3C44}"/>
                </a:ext>
              </a:extLst>
            </p:cNvPr>
            <p:cNvCxnSpPr>
              <a:cxnSpLocks/>
            </p:cNvCxnSpPr>
            <p:nvPr/>
          </p:nvCxnSpPr>
          <p:spPr>
            <a:xfrm>
              <a:off x="4288367" y="952500"/>
              <a:ext cx="0" cy="330197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CE646C8-9B8E-4A53-BD2A-A6DA86FB1950}"/>
                </a:ext>
              </a:extLst>
            </p:cNvPr>
            <p:cNvGrpSpPr/>
            <p:nvPr/>
          </p:nvGrpSpPr>
          <p:grpSpPr>
            <a:xfrm rot="5400000">
              <a:off x="2396066" y="1862669"/>
              <a:ext cx="4919134" cy="3098799"/>
              <a:chOff x="2396066" y="1862668"/>
              <a:chExt cx="4919134" cy="3098799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634CF1B-2BA1-4A29-87D4-C001BC4DBF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6805" y="2607733"/>
                <a:ext cx="971061" cy="0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20BF278C-7AD7-4DDC-B3F1-D0909EE0AF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26934" y="3191934"/>
                <a:ext cx="569871" cy="0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79868820-B6F4-49E5-9276-115A15262F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6263" y="3471334"/>
                <a:ext cx="1100671" cy="0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D4B5D24B-F4B0-4EEE-81E6-44F5C72F1F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53209" y="2421466"/>
                <a:ext cx="313596" cy="0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7FC47A3-DD23-4EFA-8B0F-C305E74D19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6805" y="2116667"/>
                <a:ext cx="479995" cy="0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2CD7911-731B-48D9-A799-97020C900D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6800" y="1862668"/>
                <a:ext cx="1168400" cy="0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1358165-D14E-4FC2-8838-C3B7484969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6066" y="3979334"/>
                <a:ext cx="0" cy="982133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B4B4092-DB6B-4413-A36D-F3C7A873F6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26267" y="3471334"/>
                <a:ext cx="0" cy="508000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C8DD1EE3-1E9F-4A68-AF41-3C994B6C06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26933" y="3191934"/>
                <a:ext cx="1" cy="279401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85A5AF3D-94DC-4570-B565-EF29A6B19E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96805" y="2607733"/>
                <a:ext cx="0" cy="584201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D7D25BAD-FC3D-42FC-9718-CE489DF01D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53209" y="2421466"/>
                <a:ext cx="0" cy="186267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5EA8A19-1DBA-4C97-B4DB-90F4B9073B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6800" y="1862668"/>
                <a:ext cx="0" cy="253999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8CA50269-59E7-4E01-9ADF-0C97817113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6805" y="2116667"/>
                <a:ext cx="0" cy="304799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2754A9-5234-45D7-84F9-777D23A901C4}"/>
              </a:ext>
            </a:extLst>
          </p:cNvPr>
          <p:cNvCxnSpPr>
            <a:cxnSpLocks/>
          </p:cNvCxnSpPr>
          <p:nvPr/>
        </p:nvCxnSpPr>
        <p:spPr>
          <a:xfrm>
            <a:off x="1817077" y="7315200"/>
            <a:ext cx="573519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C6F94B9-4FC1-42E2-853C-198C9C23A545}"/>
              </a:ext>
            </a:extLst>
          </p:cNvPr>
          <p:cNvCxnSpPr>
            <a:cxnSpLocks/>
          </p:cNvCxnSpPr>
          <p:nvPr/>
        </p:nvCxnSpPr>
        <p:spPr>
          <a:xfrm flipV="1">
            <a:off x="1817077" y="1591733"/>
            <a:ext cx="0" cy="572346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08D2658-FB31-46F2-862E-3A3026838696}"/>
              </a:ext>
            </a:extLst>
          </p:cNvPr>
          <p:cNvSpPr txBox="1"/>
          <p:nvPr/>
        </p:nvSpPr>
        <p:spPr>
          <a:xfrm>
            <a:off x="3428185" y="7609322"/>
            <a:ext cx="2275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Recall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7CEF124-F0D8-4F02-9360-5DA72D978E1C}"/>
              </a:ext>
            </a:extLst>
          </p:cNvPr>
          <p:cNvSpPr txBox="1"/>
          <p:nvPr/>
        </p:nvSpPr>
        <p:spPr>
          <a:xfrm rot="16200000">
            <a:off x="337731" y="4371945"/>
            <a:ext cx="2049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Precision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FD40B46-F734-4EDF-8ADA-104331BBCDD4}"/>
              </a:ext>
            </a:extLst>
          </p:cNvPr>
          <p:cNvSpPr txBox="1"/>
          <p:nvPr/>
        </p:nvSpPr>
        <p:spPr>
          <a:xfrm>
            <a:off x="1425734" y="7379539"/>
            <a:ext cx="313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859E3A-ACCB-458E-9027-D0A024AF9D59}"/>
              </a:ext>
            </a:extLst>
          </p:cNvPr>
          <p:cNvSpPr txBox="1"/>
          <p:nvPr/>
        </p:nvSpPr>
        <p:spPr>
          <a:xfrm>
            <a:off x="7158401" y="7379539"/>
            <a:ext cx="313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39CE4A-C18F-41BF-AC43-40E079A4AC1B}"/>
              </a:ext>
            </a:extLst>
          </p:cNvPr>
          <p:cNvSpPr txBox="1"/>
          <p:nvPr/>
        </p:nvSpPr>
        <p:spPr>
          <a:xfrm>
            <a:off x="1425734" y="1630832"/>
            <a:ext cx="313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34E3FDB-1697-44AF-A865-202EDEC54EE9}"/>
              </a:ext>
            </a:extLst>
          </p:cNvPr>
          <p:cNvSpPr txBox="1"/>
          <p:nvPr/>
        </p:nvSpPr>
        <p:spPr>
          <a:xfrm>
            <a:off x="4735472" y="1448830"/>
            <a:ext cx="25782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Perfect Classifier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2E322-4276-4C2E-ABC2-A2F49C8A28FF}"/>
              </a:ext>
            </a:extLst>
          </p:cNvPr>
          <p:cNvSpPr txBox="1"/>
          <p:nvPr/>
        </p:nvSpPr>
        <p:spPr>
          <a:xfrm>
            <a:off x="3718106" y="4577668"/>
            <a:ext cx="233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Baseline Classifier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6EB82-5E5E-441F-BA2C-05404FF2FB40}"/>
              </a:ext>
            </a:extLst>
          </p:cNvPr>
          <p:cNvSpPr txBox="1"/>
          <p:nvPr/>
        </p:nvSpPr>
        <p:spPr>
          <a:xfrm>
            <a:off x="4312485" y="2971568"/>
            <a:ext cx="23318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“Pretty Good” Classifier</a:t>
            </a:r>
          </a:p>
        </p:txBody>
      </p:sp>
    </p:spTree>
    <p:extLst>
      <p:ext uri="{BB962C8B-B14F-4D97-AF65-F5344CB8AC3E}">
        <p14:creationId xmlns:p14="http://schemas.microsoft.com/office/powerpoint/2010/main" val="1387582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14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douglaspsteen@gmail.com</dc:creator>
  <cp:lastModifiedBy>douglaspsteen@gmail.com</cp:lastModifiedBy>
  <cp:revision>5</cp:revision>
  <dcterms:created xsi:type="dcterms:W3CDTF">2020-09-12T19:40:03Z</dcterms:created>
  <dcterms:modified xsi:type="dcterms:W3CDTF">2020-09-18T03:14:15Z</dcterms:modified>
</cp:coreProperties>
</file>